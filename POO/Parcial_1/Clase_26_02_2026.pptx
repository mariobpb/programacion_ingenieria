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78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105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840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122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797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76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176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70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64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508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730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30100-AD79-4914-A549-C67FF844D9F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918C3-AFD7-49DA-B700-5AC8C9C809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85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85F1A57-8792-4978-B162-AB88EFBB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2" y="519323"/>
            <a:ext cx="8476016" cy="581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7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6A00E7-2637-4DAA-9603-0F9553CD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9" y="1199839"/>
            <a:ext cx="8611802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2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666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0</Words>
  <Application>Microsoft Office PowerPoint</Application>
  <PresentationFormat>Presentación en pantalla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Mario Ponce</dc:creator>
  <cp:lastModifiedBy>Mario Ponce</cp:lastModifiedBy>
  <cp:revision>1</cp:revision>
  <dcterms:created xsi:type="dcterms:W3CDTF">2026-02-26T22:09:34Z</dcterms:created>
  <dcterms:modified xsi:type="dcterms:W3CDTF">2026-02-27T00:30:36Z</dcterms:modified>
</cp:coreProperties>
</file>