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7AC2D-AB6B-444E-918D-F834D4895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916CBB-A1FD-46F8-B42D-82CBC7565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AE13ED-2061-4045-B1FE-9AC9DD65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B7B7F-B711-4EC8-8C8A-D66ACA1F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6F7D97-54D5-4C6A-A24E-A74B2B97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130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A3601-1B10-483F-858F-2AF16736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9F49FB-5089-4E0E-9A44-888C21DAA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EE2707-C2AE-40BC-9C70-292EEB28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E62C6-8802-44D2-8BE1-5B1ABD4F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B4048E-CAE1-45FF-A899-875BD867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630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E1BFC-0B7E-4CF4-8A29-60EBB147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36259B-4ECC-4EF8-8CB6-EFD94A8B5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F3782A-87CE-4162-A0AF-6C185B5E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8F8A9A-7F16-4E93-879A-E93C0EAA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7F9F9C-F1EB-4D49-9FC1-8D9E6941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871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D38DE-4E32-4E2F-AEF1-A9ECFB00A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AB895-78C1-4A5E-9E32-4153590A9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D41AC4-BD66-4418-8FD0-E527F7C32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7A197A-0D55-4201-8642-A0C49984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9FD10F-0B4E-43B5-BD9F-D08AB083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B96813-DCC3-434C-83F6-F5C02984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875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5AA34-A596-4795-88F8-68FDD226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64C992-60DC-4DE3-A22A-4C099DAED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49BB59-2181-4778-828B-C5B5D97B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D644C6-A510-496A-A252-0C60F069A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7DCA22-F91A-45C9-BCE3-E52E90D1C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444160-DDDA-4278-AEF8-561E572A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AB1882-55F6-410E-A0E1-040DCAC1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CDD806-9212-4929-A48B-D2F14C53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274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0147-E788-4FE1-820E-90CB575E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19CA3F-5187-419C-8754-7BFE1BD3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98D2EA-6E86-423D-90AC-0C69BCF3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3A42F9-CD0B-4C59-8FEB-9DED8F5C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087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FC6B51-FFB5-49A8-89EA-DCB06E38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0E5D0FC-4E7B-4E2D-9618-56B54A86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22E467-4786-450B-A7F7-0B3CAF9B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610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0BF32-F2C8-4392-B598-AC863A16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BF46DA-514E-4032-AA6D-39B1AAE7D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360F43-F5C2-4E4C-8BC5-D43D9CA06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C6B1E2-03CB-40DC-B811-41C841DD1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DB701E-6451-4681-AE18-D1F34CAB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E55818-79DF-462D-AD93-C391E50F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441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4382B-430B-4105-BA05-E0CAADB5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EE7C311-7C36-49B8-88C0-0CD45C378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18C6D0-5306-4385-B0FE-5FDA027C5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804890-0189-4ABD-9235-C03C77FC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EBDDBA-68B9-4126-8FD0-FC1E3F53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CEF214-6605-4148-9B33-5C08C0FF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202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570C3-0825-494E-9EC4-71CE963F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3F40C8-6658-431C-B353-EBF2F16DC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623E-AEFB-4264-9A36-F9EA5108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83AB3B-9B1A-42F9-AAFC-624439D4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5D5742-5974-4D8B-89C1-AD406692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835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ADB6EA-67BD-42DE-892E-BD157FB63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2599CE-3932-4C77-9197-226D62A2B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3FE9A1-032C-44B1-AD1F-ACA47DBE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CB6814-2662-4920-8B14-3BF71759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70824D-5C46-4124-9381-359EF8A4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754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444F9C-3031-4D15-9C5B-2995AE20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0EDEBD-8712-4958-8BB7-FCAFB9AED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926DDC-B8EB-4581-81F7-C5EC154A1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76FFB-E41A-4358-8E4A-572EE4ADAFB2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D13013-C37B-4801-897B-15C5341C7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6C1D0C-138E-4265-AABC-6D7C286D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4D3C8-90B4-4C47-A108-BE018FC147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293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9EC083C-EFB7-46F4-8F42-0A6441D71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83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7B20AC7-32C3-49E5-BEB9-2E5D5584E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0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D17F879-21E9-4B2C-8C2D-F58ADCD0D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9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1085C2-05A1-418D-B3B7-A1E2F87F4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6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A058E7A-4A36-41AF-9C72-D5CBAC36E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81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3E30BFC-F460-4EFE-855E-B3F5D4866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72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Mario Ponce</dc:creator>
  <cp:lastModifiedBy>Mario Ponce</cp:lastModifiedBy>
  <cp:revision>1</cp:revision>
  <dcterms:created xsi:type="dcterms:W3CDTF">2025-12-11T05:09:11Z</dcterms:created>
  <dcterms:modified xsi:type="dcterms:W3CDTF">2025-12-11T05:24:09Z</dcterms:modified>
</cp:coreProperties>
</file>